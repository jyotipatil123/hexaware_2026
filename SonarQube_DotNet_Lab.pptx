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SonarQube + .NET Core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Hands-on Training</a:t>
            </a:r>
          </a:p>
          <a:p>
            <a:r>
              <a:t>ASP.NET Core Web API + DTO + EF Core + Code Quality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 ASP.NET Core Web API</a:t>
            </a:r>
          </a:p>
          <a:p>
            <a:r>
              <a:t>• Implement DTO pattern</a:t>
            </a:r>
          </a:p>
          <a:p>
            <a:r>
              <a:t>• Integrate EF Core</a:t>
            </a:r>
          </a:p>
          <a:p>
            <a:r>
              <a:t>• Run SonarQube analysis</a:t>
            </a:r>
          </a:p>
          <a:p>
            <a:r>
              <a:t>• Fix code quality issues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SonarQube?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Static code analysis tool</a:t>
            </a:r>
          </a:p>
          <a:p>
            <a:r>
              <a:t>• Detects bugs &amp; vulnerabilities</a:t>
            </a:r>
          </a:p>
          <a:p>
            <a:r>
              <a:t>• Identifies code smells</a:t>
            </a:r>
          </a:p>
          <a:p>
            <a:r>
              <a:t>• Enforces quality gates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→ Controller → DTO → Entity → DbContext → Database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dotnet new webapi -n StudentApiDemo</a:t>
            </a:r>
          </a:p>
          <a:p>
            <a:r>
              <a:t>cd StudentApiDemo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Microsoft.EntityFrameworkCore.SqlServer</a:t>
            </a:r>
          </a:p>
          <a:p>
            <a:r>
              <a:t>• Microsoft.EntityFrameworkCore.Tools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Student:</a:t>
            </a:r>
          </a:p>
          <a:p>
            <a:r>
              <a:t>• Id</a:t>
            </a:r>
          </a:p>
          <a:p>
            <a:r>
              <a:t>• Name</a:t>
            </a:r>
          </a:p>
          <a:p>
            <a:r>
              <a:t>• Age</a:t>
            </a:r>
          </a:p>
          <a:p>
            <a:r>
              <a:t>• Email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DTO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StudentDTO:</a:t>
            </a:r>
          </a:p>
          <a:p>
            <a:r>
              <a:t>• Name</a:t>
            </a:r>
          </a:p>
          <a:p>
            <a:r>
              <a:t>• Age</a:t>
            </a:r>
          </a:p>
          <a:p/>
          <a:p>
            <a:r>
              <a:t>Purpose:</a:t>
            </a:r>
          </a:p>
          <a:p>
            <a:r>
              <a:t>• Hide sensitive fields</a:t>
            </a:r>
          </a:p>
          <a:p>
            <a:r>
              <a:t>• Improve 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DbContext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AppDbContext:</a:t>
            </a:r>
          </a:p>
          <a:p>
            <a:r>
              <a:t>• DbSet&lt;Student&gt;</a:t>
            </a:r>
          </a:p>
          <a:p>
            <a:r>
              <a:t>• Configure in Program.cs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StudentsController:</a:t>
            </a:r>
          </a:p>
          <a:p>
            <a:r>
              <a:t>• GET /api/students</a:t>
            </a:r>
          </a:p>
          <a:p>
            <a:r>
              <a:t>• POST /api/students</a:t>
            </a:r>
          </a:p>
          <a:p>
            <a:r>
              <a:t>• Uses DTO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Introduce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validation</a:t>
            </a:r>
          </a:p>
          <a:p>
            <a:r>
              <a:t>• Divide by zero risk</a:t>
            </a:r>
          </a:p>
          <a:p/>
          <a:p>
            <a:r>
              <a:t>Used for SonarQube demo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 SonarQube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dotnet sonarscanner begin</a:t>
            </a:r>
          </a:p>
          <a:p>
            <a:r>
              <a:t> dotnet build</a:t>
            </a:r>
          </a:p>
          <a:p>
            <a:r>
              <a:t> dotnet sonarscanner end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SonarQube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Bugs</a:t>
            </a:r>
          </a:p>
          <a:p>
            <a:r>
              <a:t>• Vulnerabilities</a:t>
            </a:r>
          </a:p>
          <a:p>
            <a:r>
              <a:t>• Code smells</a:t>
            </a:r>
          </a:p>
          <a:p>
            <a:r>
              <a:t>• Coverage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validation</a:t>
            </a:r>
          </a:p>
          <a:p>
            <a:r>
              <a:t>• Handle divide by zero</a:t>
            </a:r>
          </a:p>
          <a:p>
            <a:r>
              <a:t>• Improve code quality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Re-run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Compare before vs after</a:t>
            </a:r>
          </a:p>
          <a:p>
            <a:r>
              <a:t>• Show improvement</a:t>
            </a:r>
          </a:p>
          <a:p>
            <a:r>
              <a:t>• Quality gate success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Clean code matters</a:t>
            </a:r>
          </a:p>
          <a:p>
            <a:r>
              <a:t>• DTO improves design</a:t>
            </a:r>
          </a:p>
          <a:p>
            <a:r>
              <a:t>• SonarQube ensures quality</a:t>
            </a:r>
          </a:p>
          <a:p>
            <a:r>
              <a:t>• Shift-left testing approach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  <a:p>
            <a:r>
              <a:t>Hands-on practice recommended!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